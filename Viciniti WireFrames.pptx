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7" r:id="rId5"/>
    <p:sldId id="257" r:id="rId6"/>
    <p:sldId id="260" r:id="rId7"/>
    <p:sldId id="266" r:id="rId8"/>
    <p:sldId id="264" r:id="rId9"/>
    <p:sldId id="261" r:id="rId10"/>
    <p:sldId id="259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477F46-FC0F-431D-8FD7-06DA3DC62DEA}" v="8" dt="2025-05-09T20:38:47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8" autoAdjust="0"/>
    <p:restoredTop sz="94660"/>
  </p:normalViewPr>
  <p:slideViewPr>
    <p:cSldViewPr snapToGrid="0">
      <p:cViewPr>
        <p:scale>
          <a:sx n="100" d="100"/>
          <a:sy n="100" d="100"/>
        </p:scale>
        <p:origin x="70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Gallery" userId="04a20535de443212" providerId="LiveId" clId="{FA477F46-FC0F-431D-8FD7-06DA3DC62DEA}"/>
    <pc:docChg chg="custSel addSld modSld">
      <pc:chgData name="Matthew Gallery" userId="04a20535de443212" providerId="LiveId" clId="{FA477F46-FC0F-431D-8FD7-06DA3DC62DEA}" dt="2025-05-09T20:39:14.360" v="162" actId="404"/>
      <pc:docMkLst>
        <pc:docMk/>
      </pc:docMkLst>
      <pc:sldChg chg="modSp mod">
        <pc:chgData name="Matthew Gallery" userId="04a20535de443212" providerId="LiveId" clId="{FA477F46-FC0F-431D-8FD7-06DA3DC62DEA}" dt="2025-05-09T20:35:24.561" v="88" actId="20577"/>
        <pc:sldMkLst>
          <pc:docMk/>
          <pc:sldMk cId="3359725735" sldId="260"/>
        </pc:sldMkLst>
        <pc:spChg chg="mod">
          <ac:chgData name="Matthew Gallery" userId="04a20535de443212" providerId="LiveId" clId="{FA477F46-FC0F-431D-8FD7-06DA3DC62DEA}" dt="2025-05-09T20:35:24.561" v="88" actId="20577"/>
          <ac:spMkLst>
            <pc:docMk/>
            <pc:sldMk cId="3359725735" sldId="260"/>
            <ac:spMk id="8" creationId="{2984AB26-7333-4127-E530-E7AF22EF255A}"/>
          </ac:spMkLst>
        </pc:spChg>
      </pc:sldChg>
      <pc:sldChg chg="addSp modSp mod">
        <pc:chgData name="Matthew Gallery" userId="04a20535de443212" providerId="LiveId" clId="{FA477F46-FC0F-431D-8FD7-06DA3DC62DEA}" dt="2025-05-09T20:35:48.948" v="96" actId="1036"/>
        <pc:sldMkLst>
          <pc:docMk/>
          <pc:sldMk cId="1997899653" sldId="264"/>
        </pc:sldMkLst>
        <pc:spChg chg="add mod">
          <ac:chgData name="Matthew Gallery" userId="04a20535de443212" providerId="LiveId" clId="{FA477F46-FC0F-431D-8FD7-06DA3DC62DEA}" dt="2025-05-09T20:34:52.607" v="64" actId="20577"/>
          <ac:spMkLst>
            <pc:docMk/>
            <pc:sldMk cId="1997899653" sldId="264"/>
            <ac:spMk id="2" creationId="{AC9D2918-212A-3AD3-7A9A-DCFA01AB06AB}"/>
          </ac:spMkLst>
        </pc:spChg>
        <pc:spChg chg="add mod">
          <ac:chgData name="Matthew Gallery" userId="04a20535de443212" providerId="LiveId" clId="{FA477F46-FC0F-431D-8FD7-06DA3DC62DEA}" dt="2025-05-09T20:35:48.948" v="96" actId="1036"/>
          <ac:spMkLst>
            <pc:docMk/>
            <pc:sldMk cId="1997899653" sldId="264"/>
            <ac:spMk id="11" creationId="{1D9614B3-AE30-E54A-5A23-F556E63F55FD}"/>
          </ac:spMkLst>
        </pc:spChg>
        <pc:spChg chg="add mod">
          <ac:chgData name="Matthew Gallery" userId="04a20535de443212" providerId="LiveId" clId="{FA477F46-FC0F-431D-8FD7-06DA3DC62DEA}" dt="2025-05-09T20:35:48.948" v="96" actId="1036"/>
          <ac:spMkLst>
            <pc:docMk/>
            <pc:sldMk cId="1997899653" sldId="264"/>
            <ac:spMk id="20" creationId="{C2CE3015-D80E-A2F5-077C-EB15AC2F2320}"/>
          </ac:spMkLst>
        </pc:spChg>
        <pc:spChg chg="add mod">
          <ac:chgData name="Matthew Gallery" userId="04a20535de443212" providerId="LiveId" clId="{FA477F46-FC0F-431D-8FD7-06DA3DC62DEA}" dt="2025-05-09T20:35:46.237" v="89" actId="1076"/>
          <ac:spMkLst>
            <pc:docMk/>
            <pc:sldMk cId="1997899653" sldId="264"/>
            <ac:spMk id="21" creationId="{84EB447F-937A-90DA-C079-7FDFF9F8FB6A}"/>
          </ac:spMkLst>
        </pc:spChg>
        <pc:spChg chg="add mod">
          <ac:chgData name="Matthew Gallery" userId="04a20535de443212" providerId="LiveId" clId="{FA477F46-FC0F-431D-8FD7-06DA3DC62DEA}" dt="2025-05-09T20:34:54.765" v="65" actId="1076"/>
          <ac:spMkLst>
            <pc:docMk/>
            <pc:sldMk cId="1997899653" sldId="264"/>
            <ac:spMk id="22" creationId="{8C8A0F72-5279-1AEB-01D7-1CE66888E521}"/>
          </ac:spMkLst>
        </pc:spChg>
      </pc:sldChg>
      <pc:sldChg chg="addSp delSp modSp add mod">
        <pc:chgData name="Matthew Gallery" userId="04a20535de443212" providerId="LiveId" clId="{FA477F46-FC0F-431D-8FD7-06DA3DC62DEA}" dt="2025-05-09T20:38:08.249" v="118" actId="1076"/>
        <pc:sldMkLst>
          <pc:docMk/>
          <pc:sldMk cId="3744382024" sldId="266"/>
        </pc:sldMkLst>
        <pc:spChg chg="del">
          <ac:chgData name="Matthew Gallery" userId="04a20535de443212" providerId="LiveId" clId="{FA477F46-FC0F-431D-8FD7-06DA3DC62DEA}" dt="2025-05-09T20:36:03.705" v="101" actId="478"/>
          <ac:spMkLst>
            <pc:docMk/>
            <pc:sldMk cId="3744382024" sldId="266"/>
            <ac:spMk id="2" creationId="{A798FB01-A678-ABDD-00AD-B9E029DD5B5C}"/>
          </ac:spMkLst>
        </pc:spChg>
        <pc:spChg chg="add del mod">
          <ac:chgData name="Matthew Gallery" userId="04a20535de443212" providerId="LiveId" clId="{FA477F46-FC0F-431D-8FD7-06DA3DC62DEA}" dt="2025-05-09T20:36:01.001" v="100" actId="478"/>
          <ac:spMkLst>
            <pc:docMk/>
            <pc:sldMk cId="3744382024" sldId="266"/>
            <ac:spMk id="7" creationId="{A9167852-43EA-3305-B09F-5C77CF42B416}"/>
          </ac:spMkLst>
        </pc:spChg>
        <pc:spChg chg="add del mod">
          <ac:chgData name="Matthew Gallery" userId="04a20535de443212" providerId="LiveId" clId="{FA477F46-FC0F-431D-8FD7-06DA3DC62DEA}" dt="2025-05-09T20:36:01.001" v="100" actId="478"/>
          <ac:spMkLst>
            <pc:docMk/>
            <pc:sldMk cId="3744382024" sldId="266"/>
            <ac:spMk id="9" creationId="{992DD439-A3C6-99AF-65CB-B792A034B437}"/>
          </ac:spMkLst>
        </pc:spChg>
        <pc:spChg chg="add del mod">
          <ac:chgData name="Matthew Gallery" userId="04a20535de443212" providerId="LiveId" clId="{FA477F46-FC0F-431D-8FD7-06DA3DC62DEA}" dt="2025-05-09T20:36:01.001" v="100" actId="478"/>
          <ac:spMkLst>
            <pc:docMk/>
            <pc:sldMk cId="3744382024" sldId="266"/>
            <ac:spMk id="10" creationId="{2F753ED9-94CD-26A0-277A-739B063FF67C}"/>
          </ac:spMkLst>
        </pc:spChg>
        <pc:spChg chg="del mod">
          <ac:chgData name="Matthew Gallery" userId="04a20535de443212" providerId="LiveId" clId="{FA477F46-FC0F-431D-8FD7-06DA3DC62DEA}" dt="2025-05-09T20:36:05.794" v="104" actId="478"/>
          <ac:spMkLst>
            <pc:docMk/>
            <pc:sldMk cId="3744382024" sldId="266"/>
            <ac:spMk id="11" creationId="{8BBC595E-559D-BBD3-00DF-583F0915D87F}"/>
          </ac:spMkLst>
        </pc:spChg>
        <pc:spChg chg="del">
          <ac:chgData name="Matthew Gallery" userId="04a20535de443212" providerId="LiveId" clId="{FA477F46-FC0F-431D-8FD7-06DA3DC62DEA}" dt="2025-05-09T20:36:04.357" v="102" actId="478"/>
          <ac:spMkLst>
            <pc:docMk/>
            <pc:sldMk cId="3744382024" sldId="266"/>
            <ac:spMk id="20" creationId="{8EC22270-48E9-55C3-477A-DC85FAD91D8C}"/>
          </ac:spMkLst>
        </pc:spChg>
        <pc:spChg chg="del">
          <ac:chgData name="Matthew Gallery" userId="04a20535de443212" providerId="LiveId" clId="{FA477F46-FC0F-431D-8FD7-06DA3DC62DEA}" dt="2025-05-09T20:36:06.547" v="105" actId="478"/>
          <ac:spMkLst>
            <pc:docMk/>
            <pc:sldMk cId="3744382024" sldId="266"/>
            <ac:spMk id="21" creationId="{45A00F52-A7E0-8DDD-A9D3-081E98744BBC}"/>
          </ac:spMkLst>
        </pc:spChg>
        <pc:spChg chg="del mod">
          <ac:chgData name="Matthew Gallery" userId="04a20535de443212" providerId="LiveId" clId="{FA477F46-FC0F-431D-8FD7-06DA3DC62DEA}" dt="2025-05-09T20:36:08.646" v="107" actId="478"/>
          <ac:spMkLst>
            <pc:docMk/>
            <pc:sldMk cId="3744382024" sldId="266"/>
            <ac:spMk id="22" creationId="{667EDA7A-054A-2A5C-F67C-CCDC71982809}"/>
          </ac:spMkLst>
        </pc:spChg>
        <pc:spChg chg="add del mod">
          <ac:chgData name="Matthew Gallery" userId="04a20535de443212" providerId="LiveId" clId="{FA477F46-FC0F-431D-8FD7-06DA3DC62DEA}" dt="2025-05-09T20:36:01.001" v="100" actId="478"/>
          <ac:spMkLst>
            <pc:docMk/>
            <pc:sldMk cId="3744382024" sldId="266"/>
            <ac:spMk id="23" creationId="{B297A8D2-F43C-CE75-DB54-D74F48A95901}"/>
          </ac:spMkLst>
        </pc:spChg>
        <pc:spChg chg="add del mod">
          <ac:chgData name="Matthew Gallery" userId="04a20535de443212" providerId="LiveId" clId="{FA477F46-FC0F-431D-8FD7-06DA3DC62DEA}" dt="2025-05-09T20:36:01.001" v="100" actId="478"/>
          <ac:spMkLst>
            <pc:docMk/>
            <pc:sldMk cId="3744382024" sldId="266"/>
            <ac:spMk id="24" creationId="{5339EA01-65A4-9F9F-2AB1-0B15BFEE05C4}"/>
          </ac:spMkLst>
        </pc:spChg>
        <pc:spChg chg="add mod">
          <ac:chgData name="Matthew Gallery" userId="04a20535de443212" providerId="LiveId" clId="{FA477F46-FC0F-431D-8FD7-06DA3DC62DEA}" dt="2025-05-09T20:37:23.226" v="116" actId="404"/>
          <ac:spMkLst>
            <pc:docMk/>
            <pc:sldMk cId="3744382024" sldId="266"/>
            <ac:spMk id="25" creationId="{8867EB62-046D-2A2D-7D26-2C3DA999E752}"/>
          </ac:spMkLst>
        </pc:spChg>
        <pc:spChg chg="add mod">
          <ac:chgData name="Matthew Gallery" userId="04a20535de443212" providerId="LiveId" clId="{FA477F46-FC0F-431D-8FD7-06DA3DC62DEA}" dt="2025-05-09T20:38:08.249" v="118" actId="1076"/>
          <ac:spMkLst>
            <pc:docMk/>
            <pc:sldMk cId="3744382024" sldId="266"/>
            <ac:spMk id="26" creationId="{EC38C489-FDB8-D059-DC7F-874439E7621F}"/>
          </ac:spMkLst>
        </pc:spChg>
      </pc:sldChg>
      <pc:sldChg chg="addSp modSp add mod">
        <pc:chgData name="Matthew Gallery" userId="04a20535de443212" providerId="LiveId" clId="{FA477F46-FC0F-431D-8FD7-06DA3DC62DEA}" dt="2025-05-09T20:39:14.360" v="162" actId="404"/>
        <pc:sldMkLst>
          <pc:docMk/>
          <pc:sldMk cId="2928446879" sldId="267"/>
        </pc:sldMkLst>
        <pc:spChg chg="add mod">
          <ac:chgData name="Matthew Gallery" userId="04a20535de443212" providerId="LiveId" clId="{FA477F46-FC0F-431D-8FD7-06DA3DC62DEA}" dt="2025-05-09T20:39:14.360" v="162" actId="404"/>
          <ac:spMkLst>
            <pc:docMk/>
            <pc:sldMk cId="2928446879" sldId="267"/>
            <ac:spMk id="3" creationId="{AE10CCD6-D985-C543-276E-955EFA7B1D24}"/>
          </ac:spMkLst>
        </pc:spChg>
        <pc:spChg chg="add mod">
          <ac:chgData name="Matthew Gallery" userId="04a20535de443212" providerId="LiveId" clId="{FA477F46-FC0F-431D-8FD7-06DA3DC62DEA}" dt="2025-05-09T20:38:53.157" v="138" actId="20577"/>
          <ac:spMkLst>
            <pc:docMk/>
            <pc:sldMk cId="2928446879" sldId="267"/>
            <ac:spMk id="9" creationId="{DF846471-6B8F-1D31-D520-32B5FD5E71B7}"/>
          </ac:spMkLst>
        </pc:spChg>
        <pc:spChg chg="mod">
          <ac:chgData name="Matthew Gallery" userId="04a20535de443212" providerId="LiveId" clId="{FA477F46-FC0F-431D-8FD7-06DA3DC62DEA}" dt="2025-05-09T20:38:39.765" v="120" actId="207"/>
          <ac:spMkLst>
            <pc:docMk/>
            <pc:sldMk cId="2928446879" sldId="267"/>
            <ac:spMk id="18" creationId="{3CC3CE01-E260-F5E0-EA27-E553FE5CB48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501F-343C-EF76-27C9-C521FE024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1846C-4B91-2F7B-3FAE-504880186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3649A-E4AF-669A-0919-8327C1E50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2272B-974D-7634-4F97-AFAA015B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9BF26-730A-3658-FEF9-E62D613D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5613-0444-2BC4-5FE0-A6B7CD2E7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896C3-F1CB-A2D0-A99E-873CE59B2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C9B9F-11A4-FDBD-3556-73931BE28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1780C-C832-6AE4-1008-C4A7E940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4B26A-F183-32FC-7615-8B7917D86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6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B410-56F5-32FD-DBF5-A1F101594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36D66-37DF-F738-4EA8-F65716C1D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8C700-2F0A-C29F-755E-09F3B638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ED7FA-782F-D3B2-4828-B66F69F9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2D953-B262-AA40-3E43-4FC6319B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03365-8746-1BCF-C030-F70BC98BE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3402-97EE-ED60-B61D-2C1E09F50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4C975-D9E9-D5CF-3153-4F6409AF9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D8469-25E7-8528-D05C-F4B35FE2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0A2C8-934D-5E5E-BF3D-0CC34B4E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CC196-2692-AE71-9276-0AB69724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60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18DC-9C88-E596-79A3-691CC6433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127BC-4DD1-6D97-843E-4D11C476B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D0F67-201F-F3E4-F3EC-7B45974A2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ED2E1-F91C-F800-5C94-0004D89D9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C3036-B0FE-7C75-C82A-E39BAFD0E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6828E-0F0C-A606-4416-1E9744EB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4FC0E-3EEE-0A24-31A6-680B141A4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EA297-3F7F-5C36-F6CD-C93EFB47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1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F14B-F59A-E83F-9E92-277D5C38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655DB-FDD9-B45F-E1C4-4137BA191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0C751-378D-B55D-A8B8-5F82048B2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06582-E586-2DD0-4B70-985E62B33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8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3528F0-3426-0D91-156D-2ECCB60E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E7C7F-C872-8926-376E-7CA131B29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062E2-AFFD-D67E-5CD2-4A81708F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28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765BD-2289-1298-BBBC-924B571FD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9C9FA-1234-D966-A0B5-32897186E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5F6FB-A881-6ED3-D7BF-CCCDE34DF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F7FE4-650E-F2F3-0E39-6CBD8B87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13120-D625-A63A-21B1-F96461B2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EA950-7B7C-1FD2-50CE-5CB28BE5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76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E000-2F27-8262-0018-96D11AE6A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3F4400-C935-8E35-B5D3-D84F86A02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A6C80-6BF5-479F-C025-685597A19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587F3-76E0-02A8-AEDE-15B397263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831E3-631D-CFA6-549E-6834CD8E3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69217-0414-FF0E-0C3F-F889A7E2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5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F118-A6E8-921E-9087-3A26E4F66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09D99-A83B-0F0D-F8FC-58B7F6451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7D5DE-5066-012F-8842-AC0AC9AB9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16FB1-55C5-D69A-9657-01EFA82EA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B8640-16B2-0311-EF66-F6A1FA40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0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3F249F-F75F-583D-194A-E6EA405A7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42A77-FF83-D15F-71A7-A4DCAF6CC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87476-05EF-C41C-CDA6-28A6D38B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693D8-1B6B-14EA-DE4A-DE08E537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432DB-AC34-4198-17F2-D504FC13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22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EAAFA6-3421-3093-4C31-5CB1C985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00126-6840-7623-AD75-88996812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84791-D498-E478-76C3-595C83DDA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9BD5C7-AB3C-4DC0-B829-3CC387915442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34F56-3A2B-BDB9-490D-7E085DCEC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C199A-2CBA-27DB-2749-C219BACB7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43F9F-B347-456E-AD56-EB5EB28DA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2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30FD95-901C-9E9F-4F45-42238025F3D3}"/>
              </a:ext>
            </a:extLst>
          </p:cNvPr>
          <p:cNvSpPr/>
          <p:nvPr/>
        </p:nvSpPr>
        <p:spPr>
          <a:xfrm>
            <a:off x="4075446" y="723466"/>
            <a:ext cx="1702357" cy="6933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Landing / Sign-In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2A7142-8EEA-62BC-DB68-2CD48098BA03}"/>
              </a:ext>
            </a:extLst>
          </p:cNvPr>
          <p:cNvSpPr/>
          <p:nvPr/>
        </p:nvSpPr>
        <p:spPr>
          <a:xfrm>
            <a:off x="683288" y="1649593"/>
            <a:ext cx="2532182" cy="24400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Booking Page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44BE85-55E4-0F31-3E08-F8AC7509E8C4}"/>
              </a:ext>
            </a:extLst>
          </p:cNvPr>
          <p:cNvSpPr/>
          <p:nvPr/>
        </p:nvSpPr>
        <p:spPr>
          <a:xfrm>
            <a:off x="779583" y="2724769"/>
            <a:ext cx="2108479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Booking Filter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7AEA7E-467C-6CC4-0439-6CA9442D8C50}"/>
              </a:ext>
            </a:extLst>
          </p:cNvPr>
          <p:cNvSpPr/>
          <p:nvPr/>
        </p:nvSpPr>
        <p:spPr>
          <a:xfrm>
            <a:off x="779584" y="3361164"/>
            <a:ext cx="2108478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Booking Calendar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C323FF-A544-A149-B839-0C00734A0C99}"/>
              </a:ext>
            </a:extLst>
          </p:cNvPr>
          <p:cNvSpPr/>
          <p:nvPr/>
        </p:nvSpPr>
        <p:spPr>
          <a:xfrm>
            <a:off x="787957" y="2105115"/>
            <a:ext cx="1597688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 Bar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CB7686-2746-6552-24D6-467314FE523E}"/>
              </a:ext>
            </a:extLst>
          </p:cNvPr>
          <p:cNvSpPr/>
          <p:nvPr/>
        </p:nvSpPr>
        <p:spPr>
          <a:xfrm>
            <a:off x="3450773" y="1646240"/>
            <a:ext cx="2532182" cy="24400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Booking Detail Pop-up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60CBFF-F398-2B17-C8EB-D0C46805FCC1}"/>
              </a:ext>
            </a:extLst>
          </p:cNvPr>
          <p:cNvSpPr/>
          <p:nvPr/>
        </p:nvSpPr>
        <p:spPr>
          <a:xfrm>
            <a:off x="3577214" y="2105113"/>
            <a:ext cx="2108479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Booking Details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4FAF1C-6E00-1657-C30B-1367041F0C61}"/>
              </a:ext>
            </a:extLst>
          </p:cNvPr>
          <p:cNvSpPr/>
          <p:nvPr/>
        </p:nvSpPr>
        <p:spPr>
          <a:xfrm>
            <a:off x="6289435" y="1646240"/>
            <a:ext cx="2438400" cy="24400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User Appointments Page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FFAC23-071F-3027-AC14-5CAB8DEEEEB4}"/>
              </a:ext>
            </a:extLst>
          </p:cNvPr>
          <p:cNvSpPr/>
          <p:nvPr/>
        </p:nvSpPr>
        <p:spPr>
          <a:xfrm>
            <a:off x="6430112" y="2296031"/>
            <a:ext cx="1597688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 Bar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E85A6B-4E89-6375-5428-51EF1D13C56F}"/>
              </a:ext>
            </a:extLst>
          </p:cNvPr>
          <p:cNvSpPr/>
          <p:nvPr/>
        </p:nvSpPr>
        <p:spPr>
          <a:xfrm>
            <a:off x="6430112" y="2941639"/>
            <a:ext cx="2108479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Booking Details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3038BF-0AE6-231C-434A-EE1219394D2E}"/>
              </a:ext>
            </a:extLst>
          </p:cNvPr>
          <p:cNvSpPr/>
          <p:nvPr/>
        </p:nvSpPr>
        <p:spPr>
          <a:xfrm>
            <a:off x="9412791" y="2170436"/>
            <a:ext cx="1834664" cy="12585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Sign Up / Edit Profile Page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43C03C-E7C8-420D-36BB-B0C6106583A4}"/>
              </a:ext>
            </a:extLst>
          </p:cNvPr>
          <p:cNvSpPr/>
          <p:nvPr/>
        </p:nvSpPr>
        <p:spPr>
          <a:xfrm>
            <a:off x="683287" y="4247101"/>
            <a:ext cx="2532182" cy="24400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Service Provider Calendar Page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A31CF1-BFE8-144A-ABAE-B43EA9A97548}"/>
              </a:ext>
            </a:extLst>
          </p:cNvPr>
          <p:cNvSpPr/>
          <p:nvPr/>
        </p:nvSpPr>
        <p:spPr>
          <a:xfrm>
            <a:off x="798005" y="5497280"/>
            <a:ext cx="2108478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Booking Calendar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CCD9BB-D497-8856-7218-30930221982F}"/>
              </a:ext>
            </a:extLst>
          </p:cNvPr>
          <p:cNvSpPr/>
          <p:nvPr/>
        </p:nvSpPr>
        <p:spPr>
          <a:xfrm>
            <a:off x="779583" y="4875954"/>
            <a:ext cx="1597688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 Bar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CA41EC-73DC-250E-08F9-1D3BDE1E9A49}"/>
              </a:ext>
            </a:extLst>
          </p:cNvPr>
          <p:cNvSpPr/>
          <p:nvPr/>
        </p:nvSpPr>
        <p:spPr>
          <a:xfrm>
            <a:off x="3450773" y="4247101"/>
            <a:ext cx="2532182" cy="24400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Service Provider Manage Discounts Page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DFE07B-1E64-DB28-37E8-DE308D789897}"/>
              </a:ext>
            </a:extLst>
          </p:cNvPr>
          <p:cNvSpPr/>
          <p:nvPr/>
        </p:nvSpPr>
        <p:spPr>
          <a:xfrm>
            <a:off x="3565491" y="5909261"/>
            <a:ext cx="2212312" cy="634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Discount Config Module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333F01-1C19-1AA8-48F4-0283EF6C1257}"/>
              </a:ext>
            </a:extLst>
          </p:cNvPr>
          <p:cNvSpPr/>
          <p:nvPr/>
        </p:nvSpPr>
        <p:spPr>
          <a:xfrm>
            <a:off x="3547069" y="5287935"/>
            <a:ext cx="1597688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 Bar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AB7A90-F6C4-6CCB-92F3-AAE6C3C67ADC}"/>
              </a:ext>
            </a:extLst>
          </p:cNvPr>
          <p:cNvSpPr/>
          <p:nvPr/>
        </p:nvSpPr>
        <p:spPr>
          <a:xfrm>
            <a:off x="9531279" y="2814377"/>
            <a:ext cx="1597688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 Bar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CC1C17-2F52-B946-A385-534F9A8756DA}"/>
              </a:ext>
            </a:extLst>
          </p:cNvPr>
          <p:cNvSpPr/>
          <p:nvPr/>
        </p:nvSpPr>
        <p:spPr>
          <a:xfrm>
            <a:off x="6289435" y="4247101"/>
            <a:ext cx="2438400" cy="24400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User Appointments Page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01B008-9EC0-8C3E-FD51-52BF7A978E11}"/>
              </a:ext>
            </a:extLst>
          </p:cNvPr>
          <p:cNvSpPr/>
          <p:nvPr/>
        </p:nvSpPr>
        <p:spPr>
          <a:xfrm>
            <a:off x="6430112" y="4896892"/>
            <a:ext cx="1597688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 Bar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D60863-6EA7-D962-E1C4-D23C8075B4BB}"/>
              </a:ext>
            </a:extLst>
          </p:cNvPr>
          <p:cNvSpPr/>
          <p:nvPr/>
        </p:nvSpPr>
        <p:spPr>
          <a:xfrm>
            <a:off x="6430112" y="5542500"/>
            <a:ext cx="2108479" cy="46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Booking Details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490055-71AA-9EF7-0052-C917D4995415}"/>
              </a:ext>
            </a:extLst>
          </p:cNvPr>
          <p:cNvSpPr txBox="1"/>
          <p:nvPr/>
        </p:nvSpPr>
        <p:spPr>
          <a:xfrm>
            <a:off x="3674094" y="92571"/>
            <a:ext cx="3787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Component Hierarchy</a:t>
            </a:r>
          </a:p>
        </p:txBody>
      </p:sp>
    </p:spTree>
    <p:extLst>
      <p:ext uri="{BB962C8B-B14F-4D97-AF65-F5344CB8AC3E}">
        <p14:creationId xmlns:p14="http://schemas.microsoft.com/office/powerpoint/2010/main" val="3161558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E7A205-11BB-5B84-5816-BFF11C97BB78}"/>
              </a:ext>
            </a:extLst>
          </p:cNvPr>
          <p:cNvSpPr/>
          <p:nvPr/>
        </p:nvSpPr>
        <p:spPr>
          <a:xfrm>
            <a:off x="4501661" y="1637882"/>
            <a:ext cx="3188677" cy="13062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/>
              <a:t>Viciniti</a:t>
            </a:r>
            <a:endParaRPr lang="en-US" sz="4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65C779-26C5-C67F-6776-FC8287844DA8}"/>
              </a:ext>
            </a:extLst>
          </p:cNvPr>
          <p:cNvSpPr/>
          <p:nvPr/>
        </p:nvSpPr>
        <p:spPr>
          <a:xfrm>
            <a:off x="5345723" y="3258178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F6DB5-1DAB-958E-3CB2-8C6AA0626CDF}"/>
              </a:ext>
            </a:extLst>
          </p:cNvPr>
          <p:cNvSpPr txBox="1"/>
          <p:nvPr/>
        </p:nvSpPr>
        <p:spPr>
          <a:xfrm>
            <a:off x="4098550" y="3258178"/>
            <a:ext cx="122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F06D02-49D6-BF9B-86C0-AAFC62C37FD0}"/>
              </a:ext>
            </a:extLst>
          </p:cNvPr>
          <p:cNvSpPr/>
          <p:nvPr/>
        </p:nvSpPr>
        <p:spPr>
          <a:xfrm>
            <a:off x="5345723" y="3735420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CB23A9-8E9E-8B46-4142-1884B618102E}"/>
              </a:ext>
            </a:extLst>
          </p:cNvPr>
          <p:cNvSpPr txBox="1"/>
          <p:nvPr/>
        </p:nvSpPr>
        <p:spPr>
          <a:xfrm>
            <a:off x="4098550" y="3735420"/>
            <a:ext cx="114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Password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6634E-A504-6DD1-6241-BACDCED55AD0}"/>
              </a:ext>
            </a:extLst>
          </p:cNvPr>
          <p:cNvSpPr txBox="1"/>
          <p:nvPr/>
        </p:nvSpPr>
        <p:spPr>
          <a:xfrm>
            <a:off x="4951070" y="4132440"/>
            <a:ext cx="22898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Don’t have an account? </a:t>
            </a:r>
            <a:r>
              <a:rPr lang="en-US" sz="1200" dirty="0">
                <a:solidFill>
                  <a:srgbClr val="00B0F0"/>
                </a:solidFill>
              </a:rPr>
              <a:t>Sign Up</a:t>
            </a:r>
          </a:p>
        </p:txBody>
      </p:sp>
    </p:spTree>
    <p:extLst>
      <p:ext uri="{BB962C8B-B14F-4D97-AF65-F5344CB8AC3E}">
        <p14:creationId xmlns:p14="http://schemas.microsoft.com/office/powerpoint/2010/main" val="292042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EF862-987A-943F-6803-FACA4550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B397B-44D6-C489-F97D-2308E6B4CB62}"/>
              </a:ext>
            </a:extLst>
          </p:cNvPr>
          <p:cNvSpPr/>
          <p:nvPr/>
        </p:nvSpPr>
        <p:spPr>
          <a:xfrm>
            <a:off x="4501660" y="532564"/>
            <a:ext cx="3188677" cy="13062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/>
              <a:t>Viciniti</a:t>
            </a:r>
            <a:endParaRPr lang="en-US" sz="4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B42035-E99A-04B0-A8BD-7515327D89B5}"/>
              </a:ext>
            </a:extLst>
          </p:cNvPr>
          <p:cNvSpPr/>
          <p:nvPr/>
        </p:nvSpPr>
        <p:spPr>
          <a:xfrm>
            <a:off x="5409361" y="2474407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8C798-BA83-5318-A756-9A2A868675DB}"/>
              </a:ext>
            </a:extLst>
          </p:cNvPr>
          <p:cNvSpPr txBox="1"/>
          <p:nvPr/>
        </p:nvSpPr>
        <p:spPr>
          <a:xfrm>
            <a:off x="4162188" y="2474407"/>
            <a:ext cx="122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ECC430-CACA-D04B-367F-17A52C01B5A8}"/>
              </a:ext>
            </a:extLst>
          </p:cNvPr>
          <p:cNvSpPr/>
          <p:nvPr/>
        </p:nvSpPr>
        <p:spPr>
          <a:xfrm>
            <a:off x="5409361" y="2951649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A5594-68B9-175C-EB11-71EA078B43B9}"/>
              </a:ext>
            </a:extLst>
          </p:cNvPr>
          <p:cNvSpPr txBox="1"/>
          <p:nvPr/>
        </p:nvSpPr>
        <p:spPr>
          <a:xfrm>
            <a:off x="4162188" y="2951649"/>
            <a:ext cx="114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Password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34789-4775-5622-6F87-44030D8B5B88}"/>
              </a:ext>
            </a:extLst>
          </p:cNvPr>
          <p:cNvSpPr txBox="1"/>
          <p:nvPr/>
        </p:nvSpPr>
        <p:spPr>
          <a:xfrm>
            <a:off x="4730111" y="1838850"/>
            <a:ext cx="2731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Create Account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28D619-3507-59CC-4438-EFC5A84D4A90}"/>
              </a:ext>
            </a:extLst>
          </p:cNvPr>
          <p:cNvSpPr/>
          <p:nvPr/>
        </p:nvSpPr>
        <p:spPr>
          <a:xfrm>
            <a:off x="5409361" y="3471760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78BA6-82B5-885A-346E-9AC67EF27DD7}"/>
              </a:ext>
            </a:extLst>
          </p:cNvPr>
          <p:cNvSpPr txBox="1"/>
          <p:nvPr/>
        </p:nvSpPr>
        <p:spPr>
          <a:xfrm>
            <a:off x="4162188" y="3471760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26D83F-E62A-4B6E-5009-845CD7BCF207}"/>
              </a:ext>
            </a:extLst>
          </p:cNvPr>
          <p:cNvSpPr/>
          <p:nvPr/>
        </p:nvSpPr>
        <p:spPr>
          <a:xfrm>
            <a:off x="5409361" y="3949002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2CECEF-9186-1629-0ACB-0483333B0080}"/>
              </a:ext>
            </a:extLst>
          </p:cNvPr>
          <p:cNvSpPr txBox="1"/>
          <p:nvPr/>
        </p:nvSpPr>
        <p:spPr>
          <a:xfrm>
            <a:off x="4162188" y="3949002"/>
            <a:ext cx="1000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AFEF67-0FCE-BF9A-7050-8465ACE16A57}"/>
              </a:ext>
            </a:extLst>
          </p:cNvPr>
          <p:cNvSpPr/>
          <p:nvPr/>
        </p:nvSpPr>
        <p:spPr>
          <a:xfrm>
            <a:off x="5383741" y="4461577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6AFEE-2A8F-27C1-CF50-9BAA9CDC5D1D}"/>
              </a:ext>
            </a:extLst>
          </p:cNvPr>
          <p:cNvSpPr txBox="1"/>
          <p:nvPr/>
        </p:nvSpPr>
        <p:spPr>
          <a:xfrm>
            <a:off x="3678165" y="4447733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Phone Number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D710C2-B435-74DF-D23E-7CC8C8391B1C}"/>
              </a:ext>
            </a:extLst>
          </p:cNvPr>
          <p:cNvSpPr txBox="1"/>
          <p:nvPr/>
        </p:nvSpPr>
        <p:spPr>
          <a:xfrm>
            <a:off x="3530028" y="5075754"/>
            <a:ext cx="178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Service Provider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156CE2-74DF-5D32-B92D-3B11C82EADF2}"/>
              </a:ext>
            </a:extLst>
          </p:cNvPr>
          <p:cNvSpPr/>
          <p:nvPr/>
        </p:nvSpPr>
        <p:spPr>
          <a:xfrm>
            <a:off x="5498642" y="5168980"/>
            <a:ext cx="182880" cy="1828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13CFA3-9651-1CCE-96CA-7477763FBF28}"/>
              </a:ext>
            </a:extLst>
          </p:cNvPr>
          <p:cNvSpPr txBox="1"/>
          <p:nvPr/>
        </p:nvSpPr>
        <p:spPr>
          <a:xfrm>
            <a:off x="6431254" y="5089598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Service User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88B96D5-599D-1D07-3CD6-BF5D66C4EFB8}"/>
              </a:ext>
            </a:extLst>
          </p:cNvPr>
          <p:cNvSpPr/>
          <p:nvPr/>
        </p:nvSpPr>
        <p:spPr>
          <a:xfrm>
            <a:off x="7957741" y="5182824"/>
            <a:ext cx="182880" cy="1828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2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384DB-DDAF-73EF-DC2D-36D1E6292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460181-070F-47E9-E8FE-2E605B555470}"/>
              </a:ext>
            </a:extLst>
          </p:cNvPr>
          <p:cNvSpPr/>
          <p:nvPr/>
        </p:nvSpPr>
        <p:spPr>
          <a:xfrm>
            <a:off x="4501660" y="532564"/>
            <a:ext cx="3188677" cy="13062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/>
              <a:t>Viciniti</a:t>
            </a:r>
            <a:endParaRPr lang="en-US" sz="4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A9635C-1C73-F25B-1433-46671E39CC60}"/>
              </a:ext>
            </a:extLst>
          </p:cNvPr>
          <p:cNvSpPr/>
          <p:nvPr/>
        </p:nvSpPr>
        <p:spPr>
          <a:xfrm>
            <a:off x="5409361" y="2474407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57D1A-EF39-06F7-6B74-7F6EAF013109}"/>
              </a:ext>
            </a:extLst>
          </p:cNvPr>
          <p:cNvSpPr txBox="1"/>
          <p:nvPr/>
        </p:nvSpPr>
        <p:spPr>
          <a:xfrm>
            <a:off x="4162188" y="2474407"/>
            <a:ext cx="122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8A451-F158-2CD2-79F5-05E6E61D1487}"/>
              </a:ext>
            </a:extLst>
          </p:cNvPr>
          <p:cNvSpPr/>
          <p:nvPr/>
        </p:nvSpPr>
        <p:spPr>
          <a:xfrm>
            <a:off x="5409361" y="2951649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DD906-AE70-BD54-4A20-E1C26ED8B63B}"/>
              </a:ext>
            </a:extLst>
          </p:cNvPr>
          <p:cNvSpPr txBox="1"/>
          <p:nvPr/>
        </p:nvSpPr>
        <p:spPr>
          <a:xfrm>
            <a:off x="4162188" y="2951649"/>
            <a:ext cx="114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Password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F38C68-B3B3-1D2F-4140-0E51D8377437}"/>
              </a:ext>
            </a:extLst>
          </p:cNvPr>
          <p:cNvSpPr txBox="1"/>
          <p:nvPr/>
        </p:nvSpPr>
        <p:spPr>
          <a:xfrm>
            <a:off x="4730111" y="1838850"/>
            <a:ext cx="2731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Create Account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ACEC49-9931-BF33-05D7-6213EC1D20DA}"/>
              </a:ext>
            </a:extLst>
          </p:cNvPr>
          <p:cNvSpPr/>
          <p:nvPr/>
        </p:nvSpPr>
        <p:spPr>
          <a:xfrm>
            <a:off x="5409361" y="3471760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E4BFB4-797A-D9A1-688C-221FA8C44160}"/>
              </a:ext>
            </a:extLst>
          </p:cNvPr>
          <p:cNvSpPr txBox="1"/>
          <p:nvPr/>
        </p:nvSpPr>
        <p:spPr>
          <a:xfrm>
            <a:off x="4162188" y="3471760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AC0D54-3008-C387-F8F5-5095F9C4BAD1}"/>
              </a:ext>
            </a:extLst>
          </p:cNvPr>
          <p:cNvSpPr/>
          <p:nvPr/>
        </p:nvSpPr>
        <p:spPr>
          <a:xfrm>
            <a:off x="5409361" y="3949002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9375FC-E67E-C77C-6196-629581514768}"/>
              </a:ext>
            </a:extLst>
          </p:cNvPr>
          <p:cNvSpPr txBox="1"/>
          <p:nvPr/>
        </p:nvSpPr>
        <p:spPr>
          <a:xfrm>
            <a:off x="4162188" y="3949002"/>
            <a:ext cx="1000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C9EA-B4D1-1655-E936-A0BC23F15B9B}"/>
              </a:ext>
            </a:extLst>
          </p:cNvPr>
          <p:cNvSpPr/>
          <p:nvPr/>
        </p:nvSpPr>
        <p:spPr>
          <a:xfrm>
            <a:off x="5383741" y="4461577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7406EF-DB45-2E59-3C19-CF552067E541}"/>
              </a:ext>
            </a:extLst>
          </p:cNvPr>
          <p:cNvSpPr txBox="1"/>
          <p:nvPr/>
        </p:nvSpPr>
        <p:spPr>
          <a:xfrm>
            <a:off x="3678165" y="4447733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Phone Number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37F8E7-D445-AB66-BE18-402D953B41FE}"/>
              </a:ext>
            </a:extLst>
          </p:cNvPr>
          <p:cNvSpPr txBox="1"/>
          <p:nvPr/>
        </p:nvSpPr>
        <p:spPr>
          <a:xfrm>
            <a:off x="3530028" y="5075754"/>
            <a:ext cx="178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Service Provider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C3CE01-E260-F5E0-EA27-E553FE5CB482}"/>
              </a:ext>
            </a:extLst>
          </p:cNvPr>
          <p:cNvSpPr/>
          <p:nvPr/>
        </p:nvSpPr>
        <p:spPr>
          <a:xfrm>
            <a:off x="5498642" y="5168980"/>
            <a:ext cx="182880" cy="182880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B9A963-E01A-AAE1-1016-B0484B3E938C}"/>
              </a:ext>
            </a:extLst>
          </p:cNvPr>
          <p:cNvSpPr txBox="1"/>
          <p:nvPr/>
        </p:nvSpPr>
        <p:spPr>
          <a:xfrm>
            <a:off x="6431254" y="5089598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Service User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24C335-9874-AEFA-5FE4-4E8AC4B01B49}"/>
              </a:ext>
            </a:extLst>
          </p:cNvPr>
          <p:cNvSpPr/>
          <p:nvPr/>
        </p:nvSpPr>
        <p:spPr>
          <a:xfrm>
            <a:off x="7957741" y="5182824"/>
            <a:ext cx="182880" cy="1828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10CCD6-D985-C543-276E-955EFA7B1D24}"/>
              </a:ext>
            </a:extLst>
          </p:cNvPr>
          <p:cNvSpPr/>
          <p:nvPr/>
        </p:nvSpPr>
        <p:spPr>
          <a:xfrm>
            <a:off x="5365499" y="5616017"/>
            <a:ext cx="2280976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Manicures, Pedicures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46471-6B8F-1D31-D520-32B5FD5E71B7}"/>
              </a:ext>
            </a:extLst>
          </p:cNvPr>
          <p:cNvSpPr txBox="1"/>
          <p:nvPr/>
        </p:nvSpPr>
        <p:spPr>
          <a:xfrm>
            <a:off x="3659923" y="5602173"/>
            <a:ext cx="147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Services</a:t>
            </a:r>
          </a:p>
        </p:txBody>
      </p:sp>
    </p:spTree>
    <p:extLst>
      <p:ext uri="{BB962C8B-B14F-4D97-AF65-F5344CB8AC3E}">
        <p14:creationId xmlns:p14="http://schemas.microsoft.com/office/powerpoint/2010/main" val="292844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C86F27-749E-823F-8215-5FE421005FE4}"/>
              </a:ext>
            </a:extLst>
          </p:cNvPr>
          <p:cNvSpPr/>
          <p:nvPr/>
        </p:nvSpPr>
        <p:spPr>
          <a:xfrm>
            <a:off x="0" y="0"/>
            <a:ext cx="12192000" cy="1245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600" b="1" dirty="0" err="1"/>
              <a:t>Viciniti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32F84-07FF-2630-632E-7B923D47095C}"/>
              </a:ext>
            </a:extLst>
          </p:cNvPr>
          <p:cNvSpPr txBox="1"/>
          <p:nvPr/>
        </p:nvSpPr>
        <p:spPr>
          <a:xfrm>
            <a:off x="0" y="876664"/>
            <a:ext cx="2845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Home    My Appointments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31B26-0EA5-A7D4-E7E3-880DACACB530}"/>
              </a:ext>
            </a:extLst>
          </p:cNvPr>
          <p:cNvSpPr txBox="1"/>
          <p:nvPr/>
        </p:nvSpPr>
        <p:spPr>
          <a:xfrm>
            <a:off x="10291187" y="0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Profile   Log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13E140-AD79-674C-0FB0-A9DB5813FAB7}"/>
              </a:ext>
            </a:extLst>
          </p:cNvPr>
          <p:cNvSpPr/>
          <p:nvPr/>
        </p:nvSpPr>
        <p:spPr>
          <a:xfrm>
            <a:off x="100484" y="1389185"/>
            <a:ext cx="1637881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7EBE9B-7FAB-A207-4416-0CAFC846F0A3}"/>
              </a:ext>
            </a:extLst>
          </p:cNvPr>
          <p:cNvSpPr/>
          <p:nvPr/>
        </p:nvSpPr>
        <p:spPr>
          <a:xfrm>
            <a:off x="100483" y="1874017"/>
            <a:ext cx="1637881" cy="44865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</a:rPr>
              <a:t>Beauty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Cleaning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Pet Care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Chef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Car Care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Errands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Handyman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1C3739-6326-6622-72A4-830640108282}"/>
              </a:ext>
            </a:extLst>
          </p:cNvPr>
          <p:cNvSpPr/>
          <p:nvPr/>
        </p:nvSpPr>
        <p:spPr>
          <a:xfrm>
            <a:off x="1900813" y="1874018"/>
            <a:ext cx="1746739" cy="1554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Hair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</a:rPr>
              <a:t>Nails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Makeup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Skin Treatment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Tanning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CF7FC83-4136-35F4-7C4D-456C3C46273A}"/>
              </a:ext>
            </a:extLst>
          </p:cNvPr>
          <p:cNvSpPr/>
          <p:nvPr/>
        </p:nvSpPr>
        <p:spPr>
          <a:xfrm>
            <a:off x="1173982" y="1934307"/>
            <a:ext cx="726831" cy="188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6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FA7B1-8EF3-A06C-48C5-D98E04D4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2B2546-C428-28DA-54DD-1BA713E4DFF3}"/>
              </a:ext>
            </a:extLst>
          </p:cNvPr>
          <p:cNvSpPr/>
          <p:nvPr/>
        </p:nvSpPr>
        <p:spPr>
          <a:xfrm>
            <a:off x="0" y="0"/>
            <a:ext cx="12192000" cy="1245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600" b="1" dirty="0" err="1"/>
              <a:t>Viciniti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94BF4-80D6-5C23-0193-0000DE5414E1}"/>
              </a:ext>
            </a:extLst>
          </p:cNvPr>
          <p:cNvSpPr txBox="1"/>
          <p:nvPr/>
        </p:nvSpPr>
        <p:spPr>
          <a:xfrm>
            <a:off x="0" y="876664"/>
            <a:ext cx="2845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Home    My Appointments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141CC-9D64-C3D4-E39A-366BDE7D3C0A}"/>
              </a:ext>
            </a:extLst>
          </p:cNvPr>
          <p:cNvSpPr txBox="1"/>
          <p:nvPr/>
        </p:nvSpPr>
        <p:spPr>
          <a:xfrm>
            <a:off x="10291187" y="0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Profile   Log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8DAD6-645B-E519-FCF9-FD90177ED758}"/>
              </a:ext>
            </a:extLst>
          </p:cNvPr>
          <p:cNvSpPr/>
          <p:nvPr/>
        </p:nvSpPr>
        <p:spPr>
          <a:xfrm>
            <a:off x="100484" y="1389185"/>
            <a:ext cx="1637881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FB2CA3-DD85-8CA4-33D1-5F7DEAF8912A}"/>
              </a:ext>
            </a:extLst>
          </p:cNvPr>
          <p:cNvSpPr/>
          <p:nvPr/>
        </p:nvSpPr>
        <p:spPr>
          <a:xfrm>
            <a:off x="100483" y="1874017"/>
            <a:ext cx="1637881" cy="44865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</a:rPr>
              <a:t>Beauty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Cleaning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Pet Care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Chef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Car Care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Errands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Handyman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58E9CE-F2E8-26A6-50BB-351F6968DD50}"/>
              </a:ext>
            </a:extLst>
          </p:cNvPr>
          <p:cNvSpPr/>
          <p:nvPr/>
        </p:nvSpPr>
        <p:spPr>
          <a:xfrm>
            <a:off x="549295" y="1874017"/>
            <a:ext cx="1746739" cy="20347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Hair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</a:rPr>
              <a:t>Nails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Makeup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Skin Treatment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Tanning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AB90ED-02B7-9885-3FC5-0F5EFEFED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703" y="1483049"/>
            <a:ext cx="10383297" cy="48515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984AB26-7333-4127-E530-E7AF22EF255A}"/>
              </a:ext>
            </a:extLst>
          </p:cNvPr>
          <p:cNvSpPr/>
          <p:nvPr/>
        </p:nvSpPr>
        <p:spPr>
          <a:xfrm>
            <a:off x="3627454" y="2946679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Manicure $80</a:t>
            </a:r>
          </a:p>
          <a:p>
            <a:pPr algn="ctr"/>
            <a:r>
              <a:rPr lang="en-US" sz="1000" dirty="0"/>
              <a:t>Manicure $90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77A6A2-722B-9447-7C00-D410AE2A9DFE}"/>
              </a:ext>
            </a:extLst>
          </p:cNvPr>
          <p:cNvSpPr/>
          <p:nvPr/>
        </p:nvSpPr>
        <p:spPr>
          <a:xfrm>
            <a:off x="3627454" y="3622430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E0D324-8D89-1AA9-8282-E81A2EB66EFE}"/>
              </a:ext>
            </a:extLst>
          </p:cNvPr>
          <p:cNvSpPr/>
          <p:nvPr/>
        </p:nvSpPr>
        <p:spPr>
          <a:xfrm>
            <a:off x="5054321" y="3979146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AB78D4-B527-60A4-D3CB-31780E7DCC09}"/>
              </a:ext>
            </a:extLst>
          </p:cNvPr>
          <p:cNvSpPr/>
          <p:nvPr/>
        </p:nvSpPr>
        <p:spPr>
          <a:xfrm>
            <a:off x="6481188" y="4692578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CED6EA-388B-E46A-349D-E31109E911DF}"/>
              </a:ext>
            </a:extLst>
          </p:cNvPr>
          <p:cNvSpPr/>
          <p:nvPr/>
        </p:nvSpPr>
        <p:spPr>
          <a:xfrm>
            <a:off x="6481188" y="5354055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$70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F0FEF8-B938-9ACE-6470-FE295D28C500}"/>
              </a:ext>
            </a:extLst>
          </p:cNvPr>
          <p:cNvSpPr/>
          <p:nvPr/>
        </p:nvSpPr>
        <p:spPr>
          <a:xfrm>
            <a:off x="3627454" y="5354054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$70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3D818D-A632-806F-E2A4-EC7D3EA9A3CA}"/>
              </a:ext>
            </a:extLst>
          </p:cNvPr>
          <p:cNvSpPr/>
          <p:nvPr/>
        </p:nvSpPr>
        <p:spPr>
          <a:xfrm>
            <a:off x="7908055" y="3979145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DDB2E2-08FD-AD95-4177-B1C7625B7724}"/>
              </a:ext>
            </a:extLst>
          </p:cNvPr>
          <p:cNvSpPr/>
          <p:nvPr/>
        </p:nvSpPr>
        <p:spPr>
          <a:xfrm>
            <a:off x="7908055" y="5011613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627A56-B75C-3FB9-922F-903C3E044BE0}"/>
              </a:ext>
            </a:extLst>
          </p:cNvPr>
          <p:cNvSpPr/>
          <p:nvPr/>
        </p:nvSpPr>
        <p:spPr>
          <a:xfrm>
            <a:off x="9334922" y="4335861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</p:spTree>
    <p:extLst>
      <p:ext uri="{BB962C8B-B14F-4D97-AF65-F5344CB8AC3E}">
        <p14:creationId xmlns:p14="http://schemas.microsoft.com/office/powerpoint/2010/main" val="3359725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1A7B-2367-9338-1B55-D586271C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E79A7D-8314-C258-63E6-DA23A9235017}"/>
              </a:ext>
            </a:extLst>
          </p:cNvPr>
          <p:cNvSpPr/>
          <p:nvPr/>
        </p:nvSpPr>
        <p:spPr>
          <a:xfrm>
            <a:off x="0" y="0"/>
            <a:ext cx="12192000" cy="1245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600" b="1" dirty="0" err="1"/>
              <a:t>Viciniti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BA727-900E-DA64-C64C-025383E73FEA}"/>
              </a:ext>
            </a:extLst>
          </p:cNvPr>
          <p:cNvSpPr txBox="1"/>
          <p:nvPr/>
        </p:nvSpPr>
        <p:spPr>
          <a:xfrm>
            <a:off x="0" y="876664"/>
            <a:ext cx="2845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Home    My Appointments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BCFB61-7DB1-2D21-AEF7-5D40CFC7519A}"/>
              </a:ext>
            </a:extLst>
          </p:cNvPr>
          <p:cNvSpPr txBox="1"/>
          <p:nvPr/>
        </p:nvSpPr>
        <p:spPr>
          <a:xfrm>
            <a:off x="10291187" y="0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Profile   Log Out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5FABDF-F64E-3C19-48EC-2F7F8444B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703" y="1483049"/>
            <a:ext cx="10383297" cy="48515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11E4D-5B13-C246-7FAD-1E54B7C2A938}"/>
              </a:ext>
            </a:extLst>
          </p:cNvPr>
          <p:cNvSpPr/>
          <p:nvPr/>
        </p:nvSpPr>
        <p:spPr>
          <a:xfrm>
            <a:off x="3627454" y="2946679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34CF93-D103-7968-028A-A685033FEFDD}"/>
              </a:ext>
            </a:extLst>
          </p:cNvPr>
          <p:cNvSpPr/>
          <p:nvPr/>
        </p:nvSpPr>
        <p:spPr>
          <a:xfrm>
            <a:off x="3627454" y="3622430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05DA48-9A1B-BAF3-0E33-A0B4BE542E9F}"/>
              </a:ext>
            </a:extLst>
          </p:cNvPr>
          <p:cNvSpPr/>
          <p:nvPr/>
        </p:nvSpPr>
        <p:spPr>
          <a:xfrm>
            <a:off x="5054321" y="3979146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BD313C-EE20-6CD9-FF1E-45B1895AD344}"/>
              </a:ext>
            </a:extLst>
          </p:cNvPr>
          <p:cNvSpPr/>
          <p:nvPr/>
        </p:nvSpPr>
        <p:spPr>
          <a:xfrm>
            <a:off x="6481188" y="4692578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8B7BE0-73A9-48CE-AEB2-B68B28F735E0}"/>
              </a:ext>
            </a:extLst>
          </p:cNvPr>
          <p:cNvSpPr/>
          <p:nvPr/>
        </p:nvSpPr>
        <p:spPr>
          <a:xfrm>
            <a:off x="6481188" y="5354055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$70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5CF9C4-3387-EC97-5B56-FCAE14FCC6E6}"/>
              </a:ext>
            </a:extLst>
          </p:cNvPr>
          <p:cNvSpPr/>
          <p:nvPr/>
        </p:nvSpPr>
        <p:spPr>
          <a:xfrm>
            <a:off x="3627454" y="5354054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$70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1353BF-D06F-10F9-D2B1-B33371EE66F5}"/>
              </a:ext>
            </a:extLst>
          </p:cNvPr>
          <p:cNvSpPr/>
          <p:nvPr/>
        </p:nvSpPr>
        <p:spPr>
          <a:xfrm>
            <a:off x="7908055" y="3979145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BD9EDF-2638-7BED-238B-8F8661EEC50E}"/>
              </a:ext>
            </a:extLst>
          </p:cNvPr>
          <p:cNvSpPr/>
          <p:nvPr/>
        </p:nvSpPr>
        <p:spPr>
          <a:xfrm>
            <a:off x="7908055" y="5011613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A9B8D2-5CA0-F492-60A1-9E7A2DEB1EF8}"/>
              </a:ext>
            </a:extLst>
          </p:cNvPr>
          <p:cNvSpPr/>
          <p:nvPr/>
        </p:nvSpPr>
        <p:spPr>
          <a:xfrm>
            <a:off x="9334922" y="4335861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67EB62-046D-2A2D-7D26-2C3DA999E752}"/>
              </a:ext>
            </a:extLst>
          </p:cNvPr>
          <p:cNvSpPr/>
          <p:nvPr/>
        </p:nvSpPr>
        <p:spPr>
          <a:xfrm>
            <a:off x="3627453" y="3277418"/>
            <a:ext cx="1426867" cy="319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Manicure Appt $80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38C489-FDB8-D059-DC7F-874439E7621F}"/>
              </a:ext>
            </a:extLst>
          </p:cNvPr>
          <p:cNvSpPr/>
          <p:nvPr/>
        </p:nvSpPr>
        <p:spPr>
          <a:xfrm>
            <a:off x="6481188" y="5023230"/>
            <a:ext cx="1426867" cy="319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Manicure Appt $80</a:t>
            </a:r>
          </a:p>
        </p:txBody>
      </p:sp>
    </p:spTree>
    <p:extLst>
      <p:ext uri="{BB962C8B-B14F-4D97-AF65-F5344CB8AC3E}">
        <p14:creationId xmlns:p14="http://schemas.microsoft.com/office/powerpoint/2010/main" val="3744382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F7B71-282D-2EF6-297B-94EFE487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708B9E-C77B-1C25-C8DA-130494162704}"/>
              </a:ext>
            </a:extLst>
          </p:cNvPr>
          <p:cNvSpPr/>
          <p:nvPr/>
        </p:nvSpPr>
        <p:spPr>
          <a:xfrm>
            <a:off x="0" y="0"/>
            <a:ext cx="12192000" cy="1245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600" b="1" dirty="0" err="1"/>
              <a:t>Viciniti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6B774-2FFE-C229-9677-D2439A62F543}"/>
              </a:ext>
            </a:extLst>
          </p:cNvPr>
          <p:cNvSpPr txBox="1"/>
          <p:nvPr/>
        </p:nvSpPr>
        <p:spPr>
          <a:xfrm>
            <a:off x="0" y="876664"/>
            <a:ext cx="2845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Home    My Appointments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80DD3-C236-644B-CEB4-8205133FD566}"/>
              </a:ext>
            </a:extLst>
          </p:cNvPr>
          <p:cNvSpPr txBox="1"/>
          <p:nvPr/>
        </p:nvSpPr>
        <p:spPr>
          <a:xfrm>
            <a:off x="10291187" y="0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Profile   Log Out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331D21-75D3-EA67-4839-B0238E3AB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703" y="1483049"/>
            <a:ext cx="10383297" cy="48515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B57267E-7E5D-F5A7-C979-037E16C6A6E8}"/>
              </a:ext>
            </a:extLst>
          </p:cNvPr>
          <p:cNvSpPr/>
          <p:nvPr/>
        </p:nvSpPr>
        <p:spPr>
          <a:xfrm>
            <a:off x="3627454" y="2946679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2A70C-6E4F-6CF0-195E-0CEB0D21C824}"/>
              </a:ext>
            </a:extLst>
          </p:cNvPr>
          <p:cNvSpPr/>
          <p:nvPr/>
        </p:nvSpPr>
        <p:spPr>
          <a:xfrm>
            <a:off x="3627454" y="3622430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1BA511-ACDE-E258-E07C-F3C99B8DC186}"/>
              </a:ext>
            </a:extLst>
          </p:cNvPr>
          <p:cNvSpPr/>
          <p:nvPr/>
        </p:nvSpPr>
        <p:spPr>
          <a:xfrm>
            <a:off x="5054321" y="3979146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D692B7-6212-40DB-B3DF-A15FC867ECB2}"/>
              </a:ext>
            </a:extLst>
          </p:cNvPr>
          <p:cNvSpPr/>
          <p:nvPr/>
        </p:nvSpPr>
        <p:spPr>
          <a:xfrm>
            <a:off x="6481188" y="4692578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36516D-2B57-4BC8-9A90-72A592288E55}"/>
              </a:ext>
            </a:extLst>
          </p:cNvPr>
          <p:cNvSpPr/>
          <p:nvPr/>
        </p:nvSpPr>
        <p:spPr>
          <a:xfrm>
            <a:off x="6481188" y="5354055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$70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20E5FC-B7D1-642C-755E-540D402FA560}"/>
              </a:ext>
            </a:extLst>
          </p:cNvPr>
          <p:cNvSpPr/>
          <p:nvPr/>
        </p:nvSpPr>
        <p:spPr>
          <a:xfrm>
            <a:off x="3627454" y="5354054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$70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C8F489-2150-1CCE-5072-805F2FB2F2AE}"/>
              </a:ext>
            </a:extLst>
          </p:cNvPr>
          <p:cNvSpPr/>
          <p:nvPr/>
        </p:nvSpPr>
        <p:spPr>
          <a:xfrm>
            <a:off x="7908055" y="3979145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FB380B-C091-C25A-C2FD-2CAD0A9E1A43}"/>
              </a:ext>
            </a:extLst>
          </p:cNvPr>
          <p:cNvSpPr/>
          <p:nvPr/>
        </p:nvSpPr>
        <p:spPr>
          <a:xfrm>
            <a:off x="7908055" y="5011613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3045AF-6912-C2A6-5ADE-544F6A98CC69}"/>
              </a:ext>
            </a:extLst>
          </p:cNvPr>
          <p:cNvSpPr/>
          <p:nvPr/>
        </p:nvSpPr>
        <p:spPr>
          <a:xfrm>
            <a:off x="9334922" y="4335861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9D2918-212A-3AD3-7A9A-DCFA01AB06AB}"/>
              </a:ext>
            </a:extLst>
          </p:cNvPr>
          <p:cNvSpPr/>
          <p:nvPr/>
        </p:nvSpPr>
        <p:spPr>
          <a:xfrm>
            <a:off x="3255666" y="2574890"/>
            <a:ext cx="6621864" cy="2808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Se Up Availability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Manicure</a:t>
            </a:r>
          </a:p>
          <a:p>
            <a:r>
              <a:rPr lang="en-US" dirty="0">
                <a:solidFill>
                  <a:schemeClr val="tx1"/>
                </a:solidFill>
              </a:rPr>
              <a:t>    Date: 12/1/2025</a:t>
            </a:r>
          </a:p>
          <a:p>
            <a:r>
              <a:rPr lang="en-US" dirty="0">
                <a:solidFill>
                  <a:schemeClr val="tx1"/>
                </a:solidFill>
              </a:rPr>
              <a:t>    Time: 1:00pm – 2:00pm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9614B3-AE30-E54A-5A23-F556E63F55FD}"/>
              </a:ext>
            </a:extLst>
          </p:cNvPr>
          <p:cNvSpPr/>
          <p:nvPr/>
        </p:nvSpPr>
        <p:spPr>
          <a:xfrm>
            <a:off x="4471520" y="4697600"/>
            <a:ext cx="1617785" cy="53758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Confirm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CE3015-D80E-A2F5-077C-EB15AC2F2320}"/>
              </a:ext>
            </a:extLst>
          </p:cNvPr>
          <p:cNvSpPr/>
          <p:nvPr/>
        </p:nvSpPr>
        <p:spPr>
          <a:xfrm>
            <a:off x="7058988" y="4693829"/>
            <a:ext cx="1617785" cy="537589"/>
          </a:xfrm>
          <a:prstGeom prst="rect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Cancel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EB447F-937A-90DA-C079-7FDFF9F8FB6A}"/>
              </a:ext>
            </a:extLst>
          </p:cNvPr>
          <p:cNvSpPr/>
          <p:nvPr/>
        </p:nvSpPr>
        <p:spPr>
          <a:xfrm>
            <a:off x="3518096" y="4391364"/>
            <a:ext cx="590550" cy="3190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$70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8A0F72-5279-1AEB-01D7-1CE66888E521}"/>
              </a:ext>
            </a:extLst>
          </p:cNvPr>
          <p:cNvSpPr/>
          <p:nvPr/>
        </p:nvSpPr>
        <p:spPr>
          <a:xfrm>
            <a:off x="3484291" y="3497386"/>
            <a:ext cx="1673029" cy="3190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Select Service</a:t>
            </a:r>
          </a:p>
        </p:txBody>
      </p:sp>
    </p:spTree>
    <p:extLst>
      <p:ext uri="{BB962C8B-B14F-4D97-AF65-F5344CB8AC3E}">
        <p14:creationId xmlns:p14="http://schemas.microsoft.com/office/powerpoint/2010/main" val="1997899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EF33E-2D17-8ED1-1A9D-BF717FE2A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9C24B-1CA2-D84A-1CB1-E2110BA9CC01}"/>
              </a:ext>
            </a:extLst>
          </p:cNvPr>
          <p:cNvSpPr/>
          <p:nvPr/>
        </p:nvSpPr>
        <p:spPr>
          <a:xfrm>
            <a:off x="0" y="0"/>
            <a:ext cx="12192000" cy="1245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600" b="1" dirty="0" err="1"/>
              <a:t>Viciniti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09A2A-6A65-4073-843A-BF5FC00FD4FE}"/>
              </a:ext>
            </a:extLst>
          </p:cNvPr>
          <p:cNvSpPr txBox="1"/>
          <p:nvPr/>
        </p:nvSpPr>
        <p:spPr>
          <a:xfrm>
            <a:off x="0" y="876664"/>
            <a:ext cx="2845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Home    My Appointments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1A55ED-D5A3-0DF8-5CCD-92CB553EC830}"/>
              </a:ext>
            </a:extLst>
          </p:cNvPr>
          <p:cNvSpPr txBox="1"/>
          <p:nvPr/>
        </p:nvSpPr>
        <p:spPr>
          <a:xfrm>
            <a:off x="10291187" y="0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Profile   Log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03D57-636E-57ED-B55C-FBE4911F5364}"/>
              </a:ext>
            </a:extLst>
          </p:cNvPr>
          <p:cNvSpPr/>
          <p:nvPr/>
        </p:nvSpPr>
        <p:spPr>
          <a:xfrm>
            <a:off x="100484" y="1389185"/>
            <a:ext cx="1637881" cy="341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3E4A08-918A-4989-2AFA-6A54A9FC8126}"/>
              </a:ext>
            </a:extLst>
          </p:cNvPr>
          <p:cNvSpPr/>
          <p:nvPr/>
        </p:nvSpPr>
        <p:spPr>
          <a:xfrm>
            <a:off x="100483" y="1874017"/>
            <a:ext cx="1637881" cy="44865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</a:rPr>
              <a:t>Beauty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Cleaning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Pet Care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Chef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Car Care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Errands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Handyman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48C60D-8624-64BB-84B4-E317B1DC223D}"/>
              </a:ext>
            </a:extLst>
          </p:cNvPr>
          <p:cNvSpPr/>
          <p:nvPr/>
        </p:nvSpPr>
        <p:spPr>
          <a:xfrm>
            <a:off x="549295" y="1874017"/>
            <a:ext cx="1746739" cy="20347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Hair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</a:rPr>
              <a:t>Nails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Makeup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Skin Treatment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Tanning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504868-AC43-F55F-141B-ED1A271A1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703" y="1483049"/>
            <a:ext cx="10383297" cy="48515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9B0BCC-950A-021C-8AC7-CB63207D4BA6}"/>
              </a:ext>
            </a:extLst>
          </p:cNvPr>
          <p:cNvSpPr/>
          <p:nvPr/>
        </p:nvSpPr>
        <p:spPr>
          <a:xfrm>
            <a:off x="3627454" y="2946679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660C8C-CCD5-2DF4-5EB6-A9715E5499BD}"/>
              </a:ext>
            </a:extLst>
          </p:cNvPr>
          <p:cNvSpPr/>
          <p:nvPr/>
        </p:nvSpPr>
        <p:spPr>
          <a:xfrm>
            <a:off x="3627454" y="3622430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10F75C-9611-1973-216D-8BB588C9619B}"/>
              </a:ext>
            </a:extLst>
          </p:cNvPr>
          <p:cNvSpPr/>
          <p:nvPr/>
        </p:nvSpPr>
        <p:spPr>
          <a:xfrm>
            <a:off x="5054321" y="3979146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07E7E-797D-98AB-DDCD-2DBD3DB86DB0}"/>
              </a:ext>
            </a:extLst>
          </p:cNvPr>
          <p:cNvSpPr/>
          <p:nvPr/>
        </p:nvSpPr>
        <p:spPr>
          <a:xfrm>
            <a:off x="6481188" y="4692578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$80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0173AA-308F-FBAC-026C-58A126CECE32}"/>
              </a:ext>
            </a:extLst>
          </p:cNvPr>
          <p:cNvSpPr/>
          <p:nvPr/>
        </p:nvSpPr>
        <p:spPr>
          <a:xfrm>
            <a:off x="6481188" y="5354055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$70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A1E0D6-C657-4EF7-7CAD-98D1E1D64BA9}"/>
              </a:ext>
            </a:extLst>
          </p:cNvPr>
          <p:cNvSpPr/>
          <p:nvPr/>
        </p:nvSpPr>
        <p:spPr>
          <a:xfrm>
            <a:off x="3627454" y="5354054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$70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E3334B-0BFB-0547-E3E1-3B287C47EA7A}"/>
              </a:ext>
            </a:extLst>
          </p:cNvPr>
          <p:cNvSpPr/>
          <p:nvPr/>
        </p:nvSpPr>
        <p:spPr>
          <a:xfrm>
            <a:off x="7908055" y="3979145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E003EF-9A88-B9AC-BCF6-80B21511A127}"/>
              </a:ext>
            </a:extLst>
          </p:cNvPr>
          <p:cNvSpPr/>
          <p:nvPr/>
        </p:nvSpPr>
        <p:spPr>
          <a:xfrm>
            <a:off x="7908055" y="5011613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1AE187-42CD-572C-7CD8-1F3408F6C469}"/>
              </a:ext>
            </a:extLst>
          </p:cNvPr>
          <p:cNvSpPr/>
          <p:nvPr/>
        </p:nvSpPr>
        <p:spPr>
          <a:xfrm>
            <a:off x="9334922" y="4335861"/>
            <a:ext cx="1426867" cy="31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Manicure $60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F1558D-B5CA-0354-C6D4-492ADC10018B}"/>
              </a:ext>
            </a:extLst>
          </p:cNvPr>
          <p:cNvSpPr/>
          <p:nvPr/>
        </p:nvSpPr>
        <p:spPr>
          <a:xfrm>
            <a:off x="3255666" y="2574890"/>
            <a:ext cx="6621864" cy="2808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 Manicure</a:t>
            </a:r>
          </a:p>
          <a:p>
            <a:r>
              <a:rPr lang="en-US" dirty="0">
                <a:solidFill>
                  <a:schemeClr val="tx1"/>
                </a:solidFill>
              </a:rPr>
              <a:t>    Date: 12/1/2025</a:t>
            </a:r>
          </a:p>
          <a:p>
            <a:r>
              <a:rPr lang="en-US" dirty="0">
                <a:solidFill>
                  <a:schemeClr val="tx1"/>
                </a:solidFill>
              </a:rPr>
              <a:t>    Time: 1:00pm – 2:00pm</a:t>
            </a:r>
          </a:p>
          <a:p>
            <a:r>
              <a:rPr lang="en-US" dirty="0">
                <a:solidFill>
                  <a:schemeClr val="tx1"/>
                </a:solidFill>
              </a:rPr>
              <a:t>    $70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8FF682-6581-98BA-5DB3-55650DC34FE3}"/>
              </a:ext>
            </a:extLst>
          </p:cNvPr>
          <p:cNvSpPr/>
          <p:nvPr/>
        </p:nvSpPr>
        <p:spPr>
          <a:xfrm>
            <a:off x="4471520" y="4583300"/>
            <a:ext cx="1617785" cy="53758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Confirm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F55101-8883-D039-D730-86CBE5BE20D6}"/>
              </a:ext>
            </a:extLst>
          </p:cNvPr>
          <p:cNvSpPr/>
          <p:nvPr/>
        </p:nvSpPr>
        <p:spPr>
          <a:xfrm>
            <a:off x="7058988" y="4579529"/>
            <a:ext cx="1617785" cy="537589"/>
          </a:xfrm>
          <a:prstGeom prst="rect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44011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2211F-E178-4FD1-E39B-3F4F715D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BA3466-A4A7-AC6E-1AF9-93F73CA285E5}"/>
              </a:ext>
            </a:extLst>
          </p:cNvPr>
          <p:cNvSpPr/>
          <p:nvPr/>
        </p:nvSpPr>
        <p:spPr>
          <a:xfrm>
            <a:off x="0" y="0"/>
            <a:ext cx="12192000" cy="1245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600" b="1" dirty="0" err="1"/>
              <a:t>Viciniti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B7764-24DE-C6B4-F711-3D88D1EFE9EF}"/>
              </a:ext>
            </a:extLst>
          </p:cNvPr>
          <p:cNvSpPr txBox="1"/>
          <p:nvPr/>
        </p:nvSpPr>
        <p:spPr>
          <a:xfrm>
            <a:off x="0" y="87666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53CD6-8FE2-A23E-5449-10AA6DAC9DA9}"/>
              </a:ext>
            </a:extLst>
          </p:cNvPr>
          <p:cNvSpPr txBox="1"/>
          <p:nvPr/>
        </p:nvSpPr>
        <p:spPr>
          <a:xfrm>
            <a:off x="10291187" y="0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Profile   Log Out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6DD16-19BD-D31E-8E6A-5483F2B89D2D}"/>
              </a:ext>
            </a:extLst>
          </p:cNvPr>
          <p:cNvSpPr/>
          <p:nvPr/>
        </p:nvSpPr>
        <p:spPr>
          <a:xfrm>
            <a:off x="180870" y="2411608"/>
            <a:ext cx="6621864" cy="1245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 Manicure</a:t>
            </a:r>
          </a:p>
          <a:p>
            <a:r>
              <a:rPr lang="en-US" dirty="0">
                <a:solidFill>
                  <a:schemeClr val="tx1"/>
                </a:solidFill>
              </a:rPr>
              <a:t>    Date: 12/1/2025</a:t>
            </a:r>
          </a:p>
          <a:p>
            <a:r>
              <a:rPr lang="en-US" dirty="0">
                <a:solidFill>
                  <a:schemeClr val="tx1"/>
                </a:solidFill>
              </a:rPr>
              <a:t>    Time: 1:00pm – 2:00pm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971882-65A4-4B5F-1EBD-9CE323D43CCA}"/>
              </a:ext>
            </a:extLst>
          </p:cNvPr>
          <p:cNvSpPr/>
          <p:nvPr/>
        </p:nvSpPr>
        <p:spPr>
          <a:xfrm>
            <a:off x="1266095" y="3334796"/>
            <a:ext cx="1617785" cy="23850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D0DB07-4E85-D7AF-17B7-F883A7DE9CC7}"/>
              </a:ext>
            </a:extLst>
          </p:cNvPr>
          <p:cNvSpPr/>
          <p:nvPr/>
        </p:nvSpPr>
        <p:spPr>
          <a:xfrm>
            <a:off x="3853563" y="3331025"/>
            <a:ext cx="1617785" cy="238501"/>
          </a:xfrm>
          <a:prstGeom prst="rect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Cancel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9C4705-34CC-35C7-F423-BD59D185EDD7}"/>
              </a:ext>
            </a:extLst>
          </p:cNvPr>
          <p:cNvSpPr/>
          <p:nvPr/>
        </p:nvSpPr>
        <p:spPr>
          <a:xfrm>
            <a:off x="180870" y="3834650"/>
            <a:ext cx="6621864" cy="1245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 Haircut</a:t>
            </a:r>
          </a:p>
          <a:p>
            <a:r>
              <a:rPr lang="en-US" dirty="0">
                <a:solidFill>
                  <a:schemeClr val="tx1"/>
                </a:solidFill>
              </a:rPr>
              <a:t>    Date: 12/3/2025</a:t>
            </a:r>
          </a:p>
          <a:p>
            <a:r>
              <a:rPr lang="en-US" dirty="0">
                <a:solidFill>
                  <a:schemeClr val="tx1"/>
                </a:solidFill>
              </a:rPr>
              <a:t>    Time: 1:00pm – 2:00pm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26B4EF-7DA5-2B2D-4E2C-C92185D284DE}"/>
              </a:ext>
            </a:extLst>
          </p:cNvPr>
          <p:cNvSpPr/>
          <p:nvPr/>
        </p:nvSpPr>
        <p:spPr>
          <a:xfrm>
            <a:off x="1266095" y="4757838"/>
            <a:ext cx="1617785" cy="23850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AD210D-13B9-7238-018C-7DB310E5BF17}"/>
              </a:ext>
            </a:extLst>
          </p:cNvPr>
          <p:cNvSpPr/>
          <p:nvPr/>
        </p:nvSpPr>
        <p:spPr>
          <a:xfrm>
            <a:off x="3853563" y="4754067"/>
            <a:ext cx="1617785" cy="238501"/>
          </a:xfrm>
          <a:prstGeom prst="rect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Cancel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AEBC49-86B9-6003-0B35-00D083DAB93C}"/>
              </a:ext>
            </a:extLst>
          </p:cNvPr>
          <p:cNvSpPr/>
          <p:nvPr/>
        </p:nvSpPr>
        <p:spPr>
          <a:xfrm>
            <a:off x="180870" y="5215093"/>
            <a:ext cx="6621864" cy="1245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 House Cleaning</a:t>
            </a:r>
          </a:p>
          <a:p>
            <a:r>
              <a:rPr lang="en-US" dirty="0">
                <a:solidFill>
                  <a:schemeClr val="tx1"/>
                </a:solidFill>
              </a:rPr>
              <a:t>    Date: 12/7/2025</a:t>
            </a:r>
          </a:p>
          <a:p>
            <a:r>
              <a:rPr lang="en-US" dirty="0">
                <a:solidFill>
                  <a:schemeClr val="tx1"/>
                </a:solidFill>
              </a:rPr>
              <a:t>    Time: 1:00pm – 2:00pm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316DA3-96D0-FCE0-44EC-5C663A595A1C}"/>
              </a:ext>
            </a:extLst>
          </p:cNvPr>
          <p:cNvSpPr/>
          <p:nvPr/>
        </p:nvSpPr>
        <p:spPr>
          <a:xfrm>
            <a:off x="1266095" y="6138281"/>
            <a:ext cx="1617785" cy="23850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4D8162-6F26-5456-1A1A-2FBF430C4741}"/>
              </a:ext>
            </a:extLst>
          </p:cNvPr>
          <p:cNvSpPr/>
          <p:nvPr/>
        </p:nvSpPr>
        <p:spPr>
          <a:xfrm>
            <a:off x="3853563" y="6134510"/>
            <a:ext cx="1617785" cy="238501"/>
          </a:xfrm>
          <a:prstGeom prst="rect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Cancel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F5AB1C-71DB-FF70-A05B-E7DC1FA2ECAA}"/>
              </a:ext>
            </a:extLst>
          </p:cNvPr>
          <p:cNvSpPr txBox="1"/>
          <p:nvPr/>
        </p:nvSpPr>
        <p:spPr>
          <a:xfrm>
            <a:off x="180870" y="1599440"/>
            <a:ext cx="3055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My Appointments</a:t>
            </a:r>
          </a:p>
        </p:txBody>
      </p:sp>
    </p:spTree>
    <p:extLst>
      <p:ext uri="{BB962C8B-B14F-4D97-AF65-F5344CB8AC3E}">
        <p14:creationId xmlns:p14="http://schemas.microsoft.com/office/powerpoint/2010/main" val="389090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4E445-A474-E334-F510-F4C791EC5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4DBAE8-F682-4361-7B37-233760F3254E}"/>
              </a:ext>
            </a:extLst>
          </p:cNvPr>
          <p:cNvSpPr/>
          <p:nvPr/>
        </p:nvSpPr>
        <p:spPr>
          <a:xfrm>
            <a:off x="0" y="0"/>
            <a:ext cx="12192000" cy="1245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600" b="1" dirty="0" err="1"/>
              <a:t>Viciniti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062E63-3E3B-5B5F-4C2A-D72D2D1F5117}"/>
              </a:ext>
            </a:extLst>
          </p:cNvPr>
          <p:cNvSpPr txBox="1"/>
          <p:nvPr/>
        </p:nvSpPr>
        <p:spPr>
          <a:xfrm>
            <a:off x="0" y="876664"/>
            <a:ext cx="2845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Home    My Appointments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A0CF6-10D0-0D56-854D-D906831CD823}"/>
              </a:ext>
            </a:extLst>
          </p:cNvPr>
          <p:cNvSpPr txBox="1"/>
          <p:nvPr/>
        </p:nvSpPr>
        <p:spPr>
          <a:xfrm>
            <a:off x="10291187" y="0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Profile   Log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F15179-5E27-DAA5-A00F-216EFFBA05BB}"/>
              </a:ext>
            </a:extLst>
          </p:cNvPr>
          <p:cNvSpPr/>
          <p:nvPr/>
        </p:nvSpPr>
        <p:spPr>
          <a:xfrm>
            <a:off x="4879985" y="2224853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15%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25B659-F719-45FF-E28D-7716FF88F2F9}"/>
              </a:ext>
            </a:extLst>
          </p:cNvPr>
          <p:cNvSpPr txBox="1"/>
          <p:nvPr/>
        </p:nvSpPr>
        <p:spPr>
          <a:xfrm>
            <a:off x="100483" y="1320652"/>
            <a:ext cx="39739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Discount Configuration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84C411-CECF-7598-D6FD-12753C538D59}"/>
              </a:ext>
            </a:extLst>
          </p:cNvPr>
          <p:cNvCxnSpPr/>
          <p:nvPr/>
        </p:nvCxnSpPr>
        <p:spPr>
          <a:xfrm>
            <a:off x="1232403" y="2367324"/>
            <a:ext cx="2512088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D5CD7AE-07F2-902D-CF4B-B732B6ADBAF5}"/>
              </a:ext>
            </a:extLst>
          </p:cNvPr>
          <p:cNvSpPr/>
          <p:nvPr/>
        </p:nvSpPr>
        <p:spPr>
          <a:xfrm>
            <a:off x="1159251" y="2291908"/>
            <a:ext cx="146304" cy="1463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D6B6AF0-FF15-508E-802C-A11A0B66C5FC}"/>
              </a:ext>
            </a:extLst>
          </p:cNvPr>
          <p:cNvSpPr/>
          <p:nvPr/>
        </p:nvSpPr>
        <p:spPr>
          <a:xfrm>
            <a:off x="1814571" y="2291908"/>
            <a:ext cx="146304" cy="1463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AF8E02-0605-FEB8-9FF1-21B2CCD78FE2}"/>
              </a:ext>
            </a:extLst>
          </p:cNvPr>
          <p:cNvCxnSpPr/>
          <p:nvPr/>
        </p:nvCxnSpPr>
        <p:spPr>
          <a:xfrm>
            <a:off x="1232403" y="2906716"/>
            <a:ext cx="2512088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DE9AAC6-54A0-3B4D-A977-0256ADBFED3D}"/>
              </a:ext>
            </a:extLst>
          </p:cNvPr>
          <p:cNvSpPr/>
          <p:nvPr/>
        </p:nvSpPr>
        <p:spPr>
          <a:xfrm>
            <a:off x="2396739" y="2831300"/>
            <a:ext cx="146304" cy="1463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E5638B-0CA0-AA1E-04F7-50FD5170DD9C}"/>
              </a:ext>
            </a:extLst>
          </p:cNvPr>
          <p:cNvSpPr/>
          <p:nvPr/>
        </p:nvSpPr>
        <p:spPr>
          <a:xfrm>
            <a:off x="1814571" y="2831300"/>
            <a:ext cx="146304" cy="1463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A7DD6D-13EA-49FD-E566-94D97AEB0108}"/>
              </a:ext>
            </a:extLst>
          </p:cNvPr>
          <p:cNvSpPr txBox="1"/>
          <p:nvPr/>
        </p:nvSpPr>
        <p:spPr>
          <a:xfrm>
            <a:off x="294695" y="2217252"/>
            <a:ext cx="68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</a:rPr>
              <a:t>Tier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962617-E065-17B3-BE7D-97429647FB14}"/>
              </a:ext>
            </a:extLst>
          </p:cNvPr>
          <p:cNvSpPr txBox="1"/>
          <p:nvPr/>
        </p:nvSpPr>
        <p:spPr>
          <a:xfrm>
            <a:off x="294695" y="2776456"/>
            <a:ext cx="68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</a:rPr>
              <a:t>Tier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EE308B-F180-18C2-C6F8-628F18D1F2D1}"/>
              </a:ext>
            </a:extLst>
          </p:cNvPr>
          <p:cNvSpPr txBox="1"/>
          <p:nvPr/>
        </p:nvSpPr>
        <p:spPr>
          <a:xfrm>
            <a:off x="294695" y="3335660"/>
            <a:ext cx="68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</a:rPr>
              <a:t>Tier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0EDBB2-B130-AC2D-551A-EC92BAC6DD8A}"/>
              </a:ext>
            </a:extLst>
          </p:cNvPr>
          <p:cNvSpPr txBox="1"/>
          <p:nvPr/>
        </p:nvSpPr>
        <p:spPr>
          <a:xfrm>
            <a:off x="294695" y="3894863"/>
            <a:ext cx="68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</a:rPr>
              <a:t>Tier 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16E895-D6D5-AEA1-1A71-DE6560CB6482}"/>
              </a:ext>
            </a:extLst>
          </p:cNvPr>
          <p:cNvCxnSpPr/>
          <p:nvPr/>
        </p:nvCxnSpPr>
        <p:spPr>
          <a:xfrm>
            <a:off x="1256274" y="3495473"/>
            <a:ext cx="2512088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1967BFA-8D05-A515-8F1D-AF02DBD2F3D0}"/>
              </a:ext>
            </a:extLst>
          </p:cNvPr>
          <p:cNvSpPr/>
          <p:nvPr/>
        </p:nvSpPr>
        <p:spPr>
          <a:xfrm>
            <a:off x="2975235" y="3426735"/>
            <a:ext cx="146304" cy="1463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55CE5A9-C9B8-4F19-650B-B4CD5969468D}"/>
              </a:ext>
            </a:extLst>
          </p:cNvPr>
          <p:cNvSpPr/>
          <p:nvPr/>
        </p:nvSpPr>
        <p:spPr>
          <a:xfrm>
            <a:off x="2439166" y="3426735"/>
            <a:ext cx="146304" cy="1463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B29899-14AD-0D7C-904B-97897378543F}"/>
              </a:ext>
            </a:extLst>
          </p:cNvPr>
          <p:cNvCxnSpPr/>
          <p:nvPr/>
        </p:nvCxnSpPr>
        <p:spPr>
          <a:xfrm>
            <a:off x="1232403" y="4065584"/>
            <a:ext cx="2512088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4922507-B016-AEC8-93A8-1C81D3934EC3}"/>
              </a:ext>
            </a:extLst>
          </p:cNvPr>
          <p:cNvSpPr/>
          <p:nvPr/>
        </p:nvSpPr>
        <p:spPr>
          <a:xfrm>
            <a:off x="3671339" y="3992432"/>
            <a:ext cx="146304" cy="1463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C28FABB-33E6-4CA7-D816-3805DAB33AF1}"/>
              </a:ext>
            </a:extLst>
          </p:cNvPr>
          <p:cNvSpPr/>
          <p:nvPr/>
        </p:nvSpPr>
        <p:spPr>
          <a:xfrm>
            <a:off x="2951364" y="3997533"/>
            <a:ext cx="146304" cy="1463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6582A7-7166-0DE5-20DC-A8FA1BE76F65}"/>
              </a:ext>
            </a:extLst>
          </p:cNvPr>
          <p:cNvSpPr txBox="1"/>
          <p:nvPr/>
        </p:nvSpPr>
        <p:spPr>
          <a:xfrm>
            <a:off x="1631233" y="2455546"/>
            <a:ext cx="659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200yds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69FCB4-E452-D94B-BF70-2DB3F076A8C0}"/>
              </a:ext>
            </a:extLst>
          </p:cNvPr>
          <p:cNvSpPr txBox="1"/>
          <p:nvPr/>
        </p:nvSpPr>
        <p:spPr>
          <a:xfrm>
            <a:off x="4702964" y="1790532"/>
            <a:ext cx="8851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</a:rPr>
              <a:t>+1 Appt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5DCE81-863C-41F4-069E-B4722BEA035F}"/>
              </a:ext>
            </a:extLst>
          </p:cNvPr>
          <p:cNvSpPr txBox="1"/>
          <p:nvPr/>
        </p:nvSpPr>
        <p:spPr>
          <a:xfrm>
            <a:off x="5653410" y="1790532"/>
            <a:ext cx="8851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</a:rPr>
              <a:t>+2 Appt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FD3999-814D-D8E0-D106-CC0C7C0BF024}"/>
              </a:ext>
            </a:extLst>
          </p:cNvPr>
          <p:cNvSpPr txBox="1"/>
          <p:nvPr/>
        </p:nvSpPr>
        <p:spPr>
          <a:xfrm>
            <a:off x="6603856" y="1790532"/>
            <a:ext cx="8851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</a:rPr>
              <a:t>+3 Appt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D48D04-07F5-BC3F-BB06-738E0564C6E1}"/>
              </a:ext>
            </a:extLst>
          </p:cNvPr>
          <p:cNvSpPr txBox="1"/>
          <p:nvPr/>
        </p:nvSpPr>
        <p:spPr>
          <a:xfrm>
            <a:off x="7554302" y="1804060"/>
            <a:ext cx="8851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</a:rPr>
              <a:t>+4 Appt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6CABDD-B5F8-70F6-AB3C-402FBEEA42A1}"/>
              </a:ext>
            </a:extLst>
          </p:cNvPr>
          <p:cNvSpPr txBox="1"/>
          <p:nvPr/>
        </p:nvSpPr>
        <p:spPr>
          <a:xfrm>
            <a:off x="8504748" y="1804060"/>
            <a:ext cx="8851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</a:rPr>
              <a:t>+5 Appt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8FD8CE-712D-F6D4-BE10-DD228D97DF99}"/>
              </a:ext>
            </a:extLst>
          </p:cNvPr>
          <p:cNvSpPr/>
          <p:nvPr/>
        </p:nvSpPr>
        <p:spPr>
          <a:xfrm>
            <a:off x="4879985" y="2717000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12%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C6CF06-1993-0065-2432-0514986916B3}"/>
              </a:ext>
            </a:extLst>
          </p:cNvPr>
          <p:cNvSpPr/>
          <p:nvPr/>
        </p:nvSpPr>
        <p:spPr>
          <a:xfrm>
            <a:off x="4879985" y="3257475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10%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804509D-2F42-DF40-B30E-72B08FB6FF2A}"/>
              </a:ext>
            </a:extLst>
          </p:cNvPr>
          <p:cNvSpPr/>
          <p:nvPr/>
        </p:nvSpPr>
        <p:spPr>
          <a:xfrm>
            <a:off x="4893376" y="3891412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5%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03CD66-52BF-C978-83FD-E8F3EE872C4D}"/>
              </a:ext>
            </a:extLst>
          </p:cNvPr>
          <p:cNvSpPr txBox="1"/>
          <p:nvPr/>
        </p:nvSpPr>
        <p:spPr>
          <a:xfrm>
            <a:off x="1099193" y="2478437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413032-4A09-F69A-15D4-26B773C3105C}"/>
              </a:ext>
            </a:extLst>
          </p:cNvPr>
          <p:cNvSpPr txBox="1"/>
          <p:nvPr/>
        </p:nvSpPr>
        <p:spPr>
          <a:xfrm>
            <a:off x="1631233" y="3019268"/>
            <a:ext cx="659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200yds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DE3A9F-6551-0DFC-2292-2A8E64CD50D3}"/>
              </a:ext>
            </a:extLst>
          </p:cNvPr>
          <p:cNvSpPr txBox="1"/>
          <p:nvPr/>
        </p:nvSpPr>
        <p:spPr>
          <a:xfrm>
            <a:off x="2255828" y="3019268"/>
            <a:ext cx="659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600yds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B618F1-6D4E-642F-97F0-765446553C33}"/>
              </a:ext>
            </a:extLst>
          </p:cNvPr>
          <p:cNvSpPr txBox="1"/>
          <p:nvPr/>
        </p:nvSpPr>
        <p:spPr>
          <a:xfrm>
            <a:off x="2292081" y="3614413"/>
            <a:ext cx="659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600yds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23875C-FB0E-8823-32D8-1E24638D430F}"/>
              </a:ext>
            </a:extLst>
          </p:cNvPr>
          <p:cNvSpPr txBox="1"/>
          <p:nvPr/>
        </p:nvSpPr>
        <p:spPr>
          <a:xfrm>
            <a:off x="2845331" y="3614413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 mile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8C9D43-AF7C-374C-9A40-4FFAA533C58E}"/>
              </a:ext>
            </a:extLst>
          </p:cNvPr>
          <p:cNvSpPr txBox="1"/>
          <p:nvPr/>
        </p:nvSpPr>
        <p:spPr>
          <a:xfrm>
            <a:off x="2730204" y="4178135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 mile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F9D68D-C51D-7461-A6D1-D66BB651DF89}"/>
              </a:ext>
            </a:extLst>
          </p:cNvPr>
          <p:cNvSpPr txBox="1"/>
          <p:nvPr/>
        </p:nvSpPr>
        <p:spPr>
          <a:xfrm>
            <a:off x="3416048" y="4178135"/>
            <a:ext cx="6639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3 miles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114036-789D-28B6-B756-1E88237DB385}"/>
              </a:ext>
            </a:extLst>
          </p:cNvPr>
          <p:cNvSpPr/>
          <p:nvPr/>
        </p:nvSpPr>
        <p:spPr>
          <a:xfrm>
            <a:off x="5770896" y="2224853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20%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11D2A77-B2FD-5C8A-B409-D0322B863738}"/>
              </a:ext>
            </a:extLst>
          </p:cNvPr>
          <p:cNvSpPr/>
          <p:nvPr/>
        </p:nvSpPr>
        <p:spPr>
          <a:xfrm>
            <a:off x="5770896" y="2717000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15%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67BD0C-D1F1-B5CA-15AB-735E44355434}"/>
              </a:ext>
            </a:extLst>
          </p:cNvPr>
          <p:cNvSpPr/>
          <p:nvPr/>
        </p:nvSpPr>
        <p:spPr>
          <a:xfrm>
            <a:off x="5770896" y="3257475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11%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A0ED0B3-A0DA-342E-E698-5A80D904AB57}"/>
              </a:ext>
            </a:extLst>
          </p:cNvPr>
          <p:cNvSpPr/>
          <p:nvPr/>
        </p:nvSpPr>
        <p:spPr>
          <a:xfrm>
            <a:off x="5784287" y="3891412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6%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DE0ED9-4B08-6468-6FAD-EC8FC793670C}"/>
              </a:ext>
            </a:extLst>
          </p:cNvPr>
          <p:cNvSpPr/>
          <p:nvPr/>
        </p:nvSpPr>
        <p:spPr>
          <a:xfrm>
            <a:off x="6753171" y="2224853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25%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09A9D8C-9550-D981-2B3C-FA7FC5C59EA7}"/>
              </a:ext>
            </a:extLst>
          </p:cNvPr>
          <p:cNvSpPr/>
          <p:nvPr/>
        </p:nvSpPr>
        <p:spPr>
          <a:xfrm>
            <a:off x="6753171" y="2717000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13%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DAB00B7-2D6E-BD96-E26D-95D8D361AF32}"/>
              </a:ext>
            </a:extLst>
          </p:cNvPr>
          <p:cNvSpPr/>
          <p:nvPr/>
        </p:nvSpPr>
        <p:spPr>
          <a:xfrm>
            <a:off x="6753171" y="3257475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12%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BC1215D-1C96-D05B-76D3-8749C4D6C38A}"/>
              </a:ext>
            </a:extLst>
          </p:cNvPr>
          <p:cNvSpPr/>
          <p:nvPr/>
        </p:nvSpPr>
        <p:spPr>
          <a:xfrm>
            <a:off x="6766562" y="3891412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7%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DFE9ABA-8616-243A-E391-DD7028B03FC9}"/>
              </a:ext>
            </a:extLst>
          </p:cNvPr>
          <p:cNvSpPr/>
          <p:nvPr/>
        </p:nvSpPr>
        <p:spPr>
          <a:xfrm>
            <a:off x="7754492" y="2224853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30%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29293E8-234A-57D1-104D-029094942237}"/>
              </a:ext>
            </a:extLst>
          </p:cNvPr>
          <p:cNvSpPr/>
          <p:nvPr/>
        </p:nvSpPr>
        <p:spPr>
          <a:xfrm>
            <a:off x="7754492" y="2717000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21%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9F9A1C0-03C6-F984-4C73-7D45DB0CF71E}"/>
              </a:ext>
            </a:extLst>
          </p:cNvPr>
          <p:cNvSpPr/>
          <p:nvPr/>
        </p:nvSpPr>
        <p:spPr>
          <a:xfrm>
            <a:off x="7754492" y="3257475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13%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78F5CD-7E1E-E6CF-5BA5-3489668D9710}"/>
              </a:ext>
            </a:extLst>
          </p:cNvPr>
          <p:cNvSpPr/>
          <p:nvPr/>
        </p:nvSpPr>
        <p:spPr>
          <a:xfrm>
            <a:off x="7767883" y="3891412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8%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10F5D5-8B02-A423-E395-49CCF5762A53}"/>
              </a:ext>
            </a:extLst>
          </p:cNvPr>
          <p:cNvSpPr/>
          <p:nvPr/>
        </p:nvSpPr>
        <p:spPr>
          <a:xfrm>
            <a:off x="8670560" y="2217252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35%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86D132C-B8CC-6F38-F8EC-1643A7C9C32A}"/>
              </a:ext>
            </a:extLst>
          </p:cNvPr>
          <p:cNvSpPr/>
          <p:nvPr/>
        </p:nvSpPr>
        <p:spPr>
          <a:xfrm>
            <a:off x="8670560" y="2709399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24%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BDD98A-B8B1-FE32-B5B9-74227DCF76D0}"/>
              </a:ext>
            </a:extLst>
          </p:cNvPr>
          <p:cNvSpPr/>
          <p:nvPr/>
        </p:nvSpPr>
        <p:spPr>
          <a:xfrm>
            <a:off x="8670560" y="3249874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14%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EAC0540-7240-E048-9275-3643311FF2E0}"/>
              </a:ext>
            </a:extLst>
          </p:cNvPr>
          <p:cNvSpPr/>
          <p:nvPr/>
        </p:nvSpPr>
        <p:spPr>
          <a:xfrm>
            <a:off x="8683951" y="3883811"/>
            <a:ext cx="570076" cy="33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9%</a:t>
            </a:r>
          </a:p>
        </p:txBody>
      </p:sp>
    </p:spTree>
    <p:extLst>
      <p:ext uri="{BB962C8B-B14F-4D97-AF65-F5344CB8AC3E}">
        <p14:creationId xmlns:p14="http://schemas.microsoft.com/office/powerpoint/2010/main" val="3360736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477</Words>
  <Application>Microsoft Office PowerPoint</Application>
  <PresentationFormat>Widescreen</PresentationFormat>
  <Paragraphs>211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Gallery</dc:creator>
  <cp:lastModifiedBy>Matthew Gallery</cp:lastModifiedBy>
  <cp:revision>1</cp:revision>
  <dcterms:created xsi:type="dcterms:W3CDTF">2025-05-09T14:47:07Z</dcterms:created>
  <dcterms:modified xsi:type="dcterms:W3CDTF">2025-05-09T20:39:19Z</dcterms:modified>
</cp:coreProperties>
</file>